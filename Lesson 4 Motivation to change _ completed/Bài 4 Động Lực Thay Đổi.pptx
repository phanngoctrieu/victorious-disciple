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Comfortaa Light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ComfortaaLight-regular.fntdata"/><Relationship Id="rId10" Type="http://schemas.openxmlformats.org/officeDocument/2006/relationships/slide" Target="slides/slide5.xml"/><Relationship Id="rId12" Type="http://schemas.openxmlformats.org/officeDocument/2006/relationships/font" Target="fonts/ComfortaaLight-bold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831d9f777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831d9f777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31d9f777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831d9f777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831d9f777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831d9f777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831d9f777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831d9f777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30"/>
            <a:ext cx="9143999" cy="5120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2954375"/>
            <a:ext cx="8520600" cy="212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17 Vậy, trong Chúa, tôi nói và khuyên nài anh em đừng tiếp tục </a:t>
            </a:r>
            <a:endParaRPr sz="186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sống như người ngoại nữa, </a:t>
            </a:r>
            <a:endParaRPr sz="186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vì họ sống theo ý tưởng hư không của mình. </a:t>
            </a:r>
            <a:endParaRPr sz="186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18 Tâm trí họ tối tăm, xa lạ với sự sống của Đức Chúa Trời </a:t>
            </a:r>
            <a:endParaRPr sz="186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vì sự ngu muội ngự trị trong họ, và lòng họ chai cứng. </a:t>
            </a:r>
            <a:endParaRPr sz="186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19 Họ đã mất cả ý thức, buông mình trong trụy lạc, tham muốn làm mọi thứ ô uế. </a:t>
            </a:r>
            <a:endParaRPr sz="186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28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2954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20 Nhưng đó không phải là những gì anh em học từ Đấng Christ.</a:t>
            </a:r>
            <a:endParaRPr sz="186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21 Vì anh em đã nghe về Ngài và được dạy dỗ trong Ngài đúng như chân lý trong Đức Chúa Jêsus. </a:t>
            </a:r>
            <a:endParaRPr sz="186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22 Vậy, anh em hãy lột bỏ người cũ thuộc về lối sống ngày trước, </a:t>
            </a:r>
            <a:endParaRPr sz="186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vốn bị hư hỏng bởi những ham muốn dối trá; </a:t>
            </a:r>
            <a:endParaRPr sz="186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23 nhờ Thánh Linh đổi mới tâm trí anh em, </a:t>
            </a:r>
            <a:endParaRPr sz="186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24 và mặc lấy người mới, </a:t>
            </a:r>
            <a:endParaRPr sz="1860"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-GB" sz="1860">
                <a:latin typeface="Comfortaa Light"/>
                <a:ea typeface="Comfortaa Light"/>
                <a:cs typeface="Comfortaa Light"/>
                <a:sym typeface="Comfortaa Light"/>
              </a:rPr>
              <a:t>là người đã được tạo dựng theo hình ảnh của Đức Chúa Trời trong chân lý công chính và thánh khiết.</a:t>
            </a:r>
            <a:endParaRPr sz="528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542"/>
            <a:ext cx="9144001" cy="5094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223"/>
            <a:ext cx="9144001" cy="5055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