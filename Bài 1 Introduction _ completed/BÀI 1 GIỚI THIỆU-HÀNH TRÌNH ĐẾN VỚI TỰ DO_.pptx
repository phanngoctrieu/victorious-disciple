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Roboto"/>
      <p:regular r:id="rId9"/>
      <p:bold r:id="rId10"/>
      <p:italic r:id="rId11"/>
      <p:boldItalic r:id="rId12"/>
    </p:embeddedFont>
    <p:embeddedFont>
      <p:font typeface="Comfortaa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italic.fntdata"/><Relationship Id="rId10" Type="http://schemas.openxmlformats.org/officeDocument/2006/relationships/font" Target="fonts/Roboto-bold.fntdata"/><Relationship Id="rId13" Type="http://schemas.openxmlformats.org/officeDocument/2006/relationships/font" Target="fonts/Comfortaa-regular.fntdata"/><Relationship Id="rId12" Type="http://schemas.openxmlformats.org/officeDocument/2006/relationships/font" Target="fonts/Robo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oboto-regular.fntdata"/><Relationship Id="rId14" Type="http://schemas.openxmlformats.org/officeDocument/2006/relationships/font" Target="fonts/Comfortaa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73eb48b68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73eb48b68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73eb48b684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73eb48b684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50"/>
            <a:ext cx="9144001" cy="514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/>
          <p:cNvPicPr preferRelativeResize="0"/>
          <p:nvPr/>
        </p:nvPicPr>
        <p:blipFill rotWithShape="1">
          <a:blip r:embed="rId3">
            <a:alphaModFix/>
          </a:blip>
          <a:srcRect b="35125" l="33292" r="31287" t="16471"/>
          <a:stretch/>
        </p:blipFill>
        <p:spPr>
          <a:xfrm>
            <a:off x="0" y="0"/>
            <a:ext cx="1628525" cy="1251126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/>
        </p:nvSpPr>
        <p:spPr>
          <a:xfrm>
            <a:off x="1000825" y="1834975"/>
            <a:ext cx="7020300" cy="12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5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MY STORY </a:t>
            </a:r>
            <a:endParaRPr sz="35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5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CÂU CHUYỆN CỦA TÔI</a:t>
            </a:r>
            <a:endParaRPr sz="35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 rotWithShape="1">
          <a:blip r:embed="rId3">
            <a:alphaModFix/>
          </a:blip>
          <a:srcRect b="35125" l="33292" r="31287" t="16471"/>
          <a:stretch/>
        </p:blipFill>
        <p:spPr>
          <a:xfrm>
            <a:off x="0" y="0"/>
            <a:ext cx="1628525" cy="1251126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/>
          <p:nvPr/>
        </p:nvSpPr>
        <p:spPr>
          <a:xfrm rot="-751376">
            <a:off x="6835258" y="2761445"/>
            <a:ext cx="1586955" cy="71308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/>
          <p:nvPr/>
        </p:nvSpPr>
        <p:spPr>
          <a:xfrm flipH="1" rot="751376">
            <a:off x="5329798" y="2761445"/>
            <a:ext cx="1586955" cy="71308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" name="Google Shape;70;p15"/>
          <p:cNvGrpSpPr/>
          <p:nvPr/>
        </p:nvGrpSpPr>
        <p:grpSpPr>
          <a:xfrm>
            <a:off x="5806235" y="2830604"/>
            <a:ext cx="2006771" cy="1588853"/>
            <a:chOff x="5796625" y="2541798"/>
            <a:chExt cx="1712700" cy="1230715"/>
          </a:xfrm>
        </p:grpSpPr>
        <p:sp>
          <p:nvSpPr>
            <p:cNvPr id="71" name="Google Shape;71;p15"/>
            <p:cNvSpPr/>
            <p:nvPr/>
          </p:nvSpPr>
          <p:spPr>
            <a:xfrm rot="-1789476">
              <a:off x="6572742" y="2571072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85858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5"/>
            <p:cNvSpPr txBox="1"/>
            <p:nvPr/>
          </p:nvSpPr>
          <p:spPr>
            <a:xfrm>
              <a:off x="6296613" y="2735584"/>
              <a:ext cx="6969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-GB" sz="800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  <a:t>06/</a:t>
              </a:r>
              <a:r>
                <a:rPr b="1" lang="en-GB" sz="800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  <a:t>2023</a:t>
              </a:r>
              <a:endParaRPr b="1" sz="800">
                <a:solidFill>
                  <a:srgbClr val="5E5E5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3" name="Google Shape;73;p15"/>
            <p:cNvSpPr/>
            <p:nvPr/>
          </p:nvSpPr>
          <p:spPr>
            <a:xfrm>
              <a:off x="5796625" y="3069013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5"/>
            <p:cNvSpPr txBox="1"/>
            <p:nvPr/>
          </p:nvSpPr>
          <p:spPr>
            <a:xfrm>
              <a:off x="5840875" y="3044806"/>
              <a:ext cx="16242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-GB" sz="1000">
                  <a:solidFill>
                    <a:srgbClr val="5E5E5E"/>
                  </a:solidFill>
                  <a:latin typeface="Comfortaa"/>
                  <a:ea typeface="Comfortaa"/>
                  <a:cs typeface="Comfortaa"/>
                  <a:sym typeface="Comfortaa"/>
                </a:rPr>
                <a:t>“Người Môn Đệ Tự Do” </a:t>
              </a:r>
              <a:br>
                <a:rPr lang="en-GB" sz="1000">
                  <a:solidFill>
                    <a:srgbClr val="5E5E5E"/>
                  </a:solidFill>
                  <a:latin typeface="Comfortaa"/>
                  <a:ea typeface="Comfortaa"/>
                  <a:cs typeface="Comfortaa"/>
                  <a:sym typeface="Comfortaa"/>
                </a:rPr>
              </a:br>
              <a:r>
                <a:rPr lang="en-GB" sz="1000">
                  <a:solidFill>
                    <a:srgbClr val="5E5E5E"/>
                  </a:solidFill>
                  <a:latin typeface="Comfortaa"/>
                  <a:ea typeface="Comfortaa"/>
                  <a:cs typeface="Comfortaa"/>
                  <a:sym typeface="Comfortaa"/>
                </a:rPr>
                <a:t>Bắt đầu để Phúc Âm hành động trong cuộc đời qua việc vâng lời,  chứ không dừng ở bước hiểu biết. </a:t>
              </a:r>
              <a:endParaRPr sz="1000">
                <a:solidFill>
                  <a:srgbClr val="5E5E5E"/>
                </a:solidFill>
                <a:latin typeface="Comfortaa"/>
                <a:ea typeface="Comfortaa"/>
                <a:cs typeface="Comfortaa"/>
                <a:sym typeface="Comfortaa"/>
              </a:endParaRPr>
            </a:p>
          </p:txBody>
        </p:sp>
        <p:sp>
          <p:nvSpPr>
            <p:cNvPr id="75" name="Google Shape;75;p15"/>
            <p:cNvSpPr/>
            <p:nvPr/>
          </p:nvSpPr>
          <p:spPr>
            <a:xfrm>
              <a:off x="6607975" y="3004364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5"/>
          <p:cNvSpPr/>
          <p:nvPr/>
        </p:nvSpPr>
        <p:spPr>
          <a:xfrm rot="-751376">
            <a:off x="3828748" y="2761445"/>
            <a:ext cx="1586955" cy="71308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7" name="Google Shape;77;p15"/>
          <p:cNvGrpSpPr/>
          <p:nvPr/>
        </p:nvGrpSpPr>
        <p:grpSpPr>
          <a:xfrm>
            <a:off x="4338025" y="1109826"/>
            <a:ext cx="2006771" cy="1653342"/>
            <a:chOff x="4409291" y="1134322"/>
            <a:chExt cx="1712700" cy="1332374"/>
          </a:xfrm>
        </p:grpSpPr>
        <p:sp>
          <p:nvSpPr>
            <p:cNvPr id="78" name="Google Shape;78;p15"/>
            <p:cNvSpPr/>
            <p:nvPr/>
          </p:nvSpPr>
          <p:spPr>
            <a:xfrm rot="-1789476">
              <a:off x="5185416" y="2276970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85858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5"/>
            <p:cNvSpPr txBox="1"/>
            <p:nvPr/>
          </p:nvSpPr>
          <p:spPr>
            <a:xfrm>
              <a:off x="4921731" y="1985297"/>
              <a:ext cx="6969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-GB" sz="800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  <a:t>2017</a:t>
              </a:r>
              <a:endParaRPr b="1" sz="800">
                <a:solidFill>
                  <a:srgbClr val="5E5E5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0" name="Google Shape;80;p15"/>
            <p:cNvSpPr/>
            <p:nvPr/>
          </p:nvSpPr>
          <p:spPr>
            <a:xfrm>
              <a:off x="4409291" y="1134322"/>
              <a:ext cx="1712700" cy="789000"/>
            </a:xfrm>
            <a:prstGeom prst="roundRect">
              <a:avLst>
                <a:gd fmla="val 4485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5"/>
            <p:cNvSpPr/>
            <p:nvPr/>
          </p:nvSpPr>
          <p:spPr>
            <a:xfrm rot="10800000">
              <a:off x="5220625" y="1919036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5"/>
            <p:cNvSpPr txBox="1"/>
            <p:nvPr/>
          </p:nvSpPr>
          <p:spPr>
            <a:xfrm>
              <a:off x="4453550" y="1134328"/>
              <a:ext cx="16242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-GB" sz="1000">
                  <a:solidFill>
                    <a:srgbClr val="5E5E5E"/>
                  </a:solidFill>
                  <a:latin typeface="Comfortaa"/>
                  <a:ea typeface="Comfortaa"/>
                  <a:cs typeface="Comfortaa"/>
                  <a:sym typeface="Comfortaa"/>
                </a:rPr>
                <a:t>Bắt đầu phục vụ Chúa trọn thời gian</a:t>
              </a:r>
              <a:br>
                <a:rPr lang="en-GB" sz="1000">
                  <a:solidFill>
                    <a:srgbClr val="5E5E5E"/>
                  </a:solidFill>
                  <a:latin typeface="Comfortaa"/>
                  <a:ea typeface="Comfortaa"/>
                  <a:cs typeface="Comfortaa"/>
                  <a:sym typeface="Comfortaa"/>
                </a:rPr>
              </a:br>
              <a:r>
                <a:rPr lang="en-GB" sz="1000">
                  <a:solidFill>
                    <a:srgbClr val="5E5E5E"/>
                  </a:solidFill>
                  <a:latin typeface="Comfortaa"/>
                  <a:ea typeface="Comfortaa"/>
                  <a:cs typeface="Comfortaa"/>
                  <a:sym typeface="Comfortaa"/>
                </a:rPr>
                <a:t>Cuộc tranh chiến giữa lòng yêu Chúa và đời sống cá nhân thất bại</a:t>
              </a:r>
              <a:endParaRPr sz="1000">
                <a:solidFill>
                  <a:srgbClr val="5E5E5E"/>
                </a:solidFill>
                <a:latin typeface="Comfortaa"/>
                <a:ea typeface="Comfortaa"/>
                <a:cs typeface="Comfortaa"/>
                <a:sym typeface="Comfortaa"/>
              </a:endParaRPr>
            </a:p>
          </p:txBody>
        </p:sp>
      </p:grpSp>
      <p:sp>
        <p:nvSpPr>
          <p:cNvPr id="83" name="Google Shape;83;p15"/>
          <p:cNvSpPr/>
          <p:nvPr/>
        </p:nvSpPr>
        <p:spPr>
          <a:xfrm flipH="1" rot="751376">
            <a:off x="2315155" y="2761445"/>
            <a:ext cx="1586955" cy="71308"/>
          </a:xfrm>
          <a:prstGeom prst="roundRect">
            <a:avLst>
              <a:gd fmla="val 50000" name="adj"/>
            </a:avLst>
          </a:prstGeom>
          <a:solidFill>
            <a:srgbClr val="701C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4" name="Google Shape;84;p15"/>
          <p:cNvGrpSpPr/>
          <p:nvPr/>
        </p:nvGrpSpPr>
        <p:grpSpPr>
          <a:xfrm>
            <a:off x="2865904" y="2830695"/>
            <a:ext cx="2006771" cy="1527194"/>
            <a:chOff x="3021975" y="2541798"/>
            <a:chExt cx="1712700" cy="1230715"/>
          </a:xfrm>
        </p:grpSpPr>
        <p:sp>
          <p:nvSpPr>
            <p:cNvPr id="85" name="Google Shape;85;p15"/>
            <p:cNvSpPr txBox="1"/>
            <p:nvPr/>
          </p:nvSpPr>
          <p:spPr>
            <a:xfrm>
              <a:off x="3529877" y="2735584"/>
              <a:ext cx="6969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-GB" sz="800">
                  <a:solidFill>
                    <a:srgbClr val="701C7F"/>
                  </a:solidFill>
                  <a:latin typeface="Roboto"/>
                  <a:ea typeface="Roboto"/>
                  <a:cs typeface="Roboto"/>
                  <a:sym typeface="Roboto"/>
                </a:rPr>
                <a:t>Lớp 11</a:t>
              </a:r>
              <a:endParaRPr b="1" sz="8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6" name="Google Shape;86;p15"/>
            <p:cNvSpPr/>
            <p:nvPr/>
          </p:nvSpPr>
          <p:spPr>
            <a:xfrm rot="-1789476">
              <a:off x="3798091" y="2571072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701C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5"/>
            <p:cNvSpPr/>
            <p:nvPr/>
          </p:nvSpPr>
          <p:spPr>
            <a:xfrm>
              <a:off x="3021975" y="3069013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5"/>
            <p:cNvSpPr txBox="1"/>
            <p:nvPr/>
          </p:nvSpPr>
          <p:spPr>
            <a:xfrm>
              <a:off x="3066225" y="3106213"/>
              <a:ext cx="16242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-GB" sz="1000">
                  <a:solidFill>
                    <a:srgbClr val="FFFFFF"/>
                  </a:solidFill>
                  <a:latin typeface="Comfortaa"/>
                  <a:ea typeface="Comfortaa"/>
                  <a:cs typeface="Comfortaa"/>
                  <a:sym typeface="Comfortaa"/>
                </a:rPr>
                <a:t>Tiếp nhận Chúa Giê-xu, và bắt đầu học ân điển của Chúa trong việc tranh chiến với tội lỗi </a:t>
              </a:r>
              <a:endParaRPr sz="100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endParaRPr>
            </a:p>
          </p:txBody>
        </p:sp>
        <p:sp>
          <p:nvSpPr>
            <p:cNvPr id="89" name="Google Shape;89;p15"/>
            <p:cNvSpPr/>
            <p:nvPr/>
          </p:nvSpPr>
          <p:spPr>
            <a:xfrm>
              <a:off x="3833325" y="3004364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" name="Google Shape;90;p15"/>
          <p:cNvSpPr/>
          <p:nvPr/>
        </p:nvSpPr>
        <p:spPr>
          <a:xfrm rot="-751376">
            <a:off x="822248" y="2761445"/>
            <a:ext cx="1586955" cy="71308"/>
          </a:xfrm>
          <a:prstGeom prst="roundRect">
            <a:avLst>
              <a:gd fmla="val 50000" name="adj"/>
            </a:avLst>
          </a:prstGeom>
          <a:solidFill>
            <a:srgbClr val="701C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1" name="Google Shape;91;p15"/>
          <p:cNvGrpSpPr/>
          <p:nvPr/>
        </p:nvGrpSpPr>
        <p:grpSpPr>
          <a:xfrm>
            <a:off x="1358152" y="1216071"/>
            <a:ext cx="2006771" cy="1547096"/>
            <a:chOff x="1637475" y="1219942"/>
            <a:chExt cx="1712700" cy="1246754"/>
          </a:xfrm>
        </p:grpSpPr>
        <p:sp>
          <p:nvSpPr>
            <p:cNvPr id="92" name="Google Shape;92;p15"/>
            <p:cNvSpPr/>
            <p:nvPr/>
          </p:nvSpPr>
          <p:spPr>
            <a:xfrm>
              <a:off x="1637475" y="1219942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5"/>
            <p:cNvSpPr txBox="1"/>
            <p:nvPr/>
          </p:nvSpPr>
          <p:spPr>
            <a:xfrm>
              <a:off x="2144544" y="1985297"/>
              <a:ext cx="6969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-GB" sz="800">
                  <a:solidFill>
                    <a:srgbClr val="701C7F"/>
                  </a:solidFill>
                  <a:latin typeface="Roboto"/>
                  <a:ea typeface="Roboto"/>
                  <a:cs typeface="Roboto"/>
                  <a:sym typeface="Roboto"/>
                </a:rPr>
                <a:t>Lớp 6</a:t>
              </a:r>
              <a:endParaRPr b="1" sz="8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4" name="Google Shape;94;p15"/>
            <p:cNvSpPr/>
            <p:nvPr/>
          </p:nvSpPr>
          <p:spPr>
            <a:xfrm rot="10800000">
              <a:off x="2448800" y="1919036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5"/>
            <p:cNvSpPr txBox="1"/>
            <p:nvPr/>
          </p:nvSpPr>
          <p:spPr>
            <a:xfrm>
              <a:off x="1681725" y="1318549"/>
              <a:ext cx="16242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-GB" sz="1000">
                  <a:solidFill>
                    <a:srgbClr val="FFFFFF"/>
                  </a:solidFill>
                  <a:latin typeface="Comfortaa"/>
                  <a:ea typeface="Comfortaa"/>
                  <a:cs typeface="Comfortaa"/>
                  <a:sym typeface="Comfortaa"/>
                </a:rPr>
                <a:t>Tranh chiến với lo sợ về việc mình sẽ trở nên một người tội lỗi khi được biết đến KINH THÁNH</a:t>
              </a:r>
              <a:endParaRPr sz="100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endParaRPr>
            </a:p>
          </p:txBody>
        </p:sp>
        <p:sp>
          <p:nvSpPr>
            <p:cNvPr id="96" name="Google Shape;96;p15"/>
            <p:cNvSpPr/>
            <p:nvPr/>
          </p:nvSpPr>
          <p:spPr>
            <a:xfrm rot="-1789476">
              <a:off x="2410765" y="2276970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701C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