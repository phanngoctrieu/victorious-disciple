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Comfortaa"/>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Comfortaa-bold.fntdata"/><Relationship Id="rId9" Type="http://schemas.openxmlformats.org/officeDocument/2006/relationships/font" Target="fonts/Comforta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833568c7b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833568c7b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833568c7b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833568c7b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268575"/>
            <a:ext cx="8520600" cy="2052600"/>
          </a:xfrm>
          <a:prstGeom prst="rect">
            <a:avLst/>
          </a:prstGeom>
        </p:spPr>
        <p:txBody>
          <a:bodyPr anchorCtr="0" anchor="b" bIns="91425" lIns="91425" spcFirstLastPara="1" rIns="91425" wrap="square" tIns="91425">
            <a:noAutofit/>
          </a:bodyPr>
          <a:lstStyle/>
          <a:p>
            <a:pPr indent="0" lvl="0" marL="0" rtl="0" algn="l">
              <a:lnSpc>
                <a:spcPct val="150000"/>
              </a:lnSpc>
              <a:spcBef>
                <a:spcPts val="1000"/>
              </a:spcBef>
              <a:spcAft>
                <a:spcPts val="0"/>
              </a:spcAft>
              <a:buClr>
                <a:schemeClr val="dk1"/>
              </a:buClr>
              <a:buSzPts val="990"/>
              <a:buFont typeface="Arial"/>
              <a:buNone/>
            </a:pPr>
            <a:r>
              <a:rPr lang="en-GB" sz="1779">
                <a:latin typeface="Comfortaa"/>
                <a:ea typeface="Comfortaa"/>
                <a:cs typeface="Comfortaa"/>
                <a:sym typeface="Comfortaa"/>
              </a:rPr>
              <a:t>ROMANS 6:17-22</a:t>
            </a:r>
            <a:endParaRPr sz="1779">
              <a:latin typeface="Comfortaa"/>
              <a:ea typeface="Comfortaa"/>
              <a:cs typeface="Comfortaa"/>
              <a:sym typeface="Comfortaa"/>
            </a:endParaRPr>
          </a:p>
          <a:p>
            <a:pPr indent="0" lvl="0" marL="0" rtl="0" algn="l">
              <a:lnSpc>
                <a:spcPct val="150000"/>
              </a:lnSpc>
              <a:spcBef>
                <a:spcPts val="1000"/>
              </a:spcBef>
              <a:spcAft>
                <a:spcPts val="0"/>
              </a:spcAft>
              <a:buClr>
                <a:schemeClr val="dk1"/>
              </a:buClr>
              <a:buSzPts val="990"/>
              <a:buFont typeface="Arial"/>
              <a:buNone/>
            </a:pPr>
            <a:r>
              <a:rPr lang="en-GB" sz="1779">
                <a:latin typeface="Comfortaa"/>
                <a:ea typeface="Comfortaa"/>
                <a:cs typeface="Comfortaa"/>
                <a:sym typeface="Comfortaa"/>
              </a:rPr>
              <a:t>17 Nhưng tạ ơn Đức Chúa Trời, vì anh em đã từng làm nô lệ cho tội lỗi mà nay thật lòng vâng phục tiêu chuẩn giáo huấn đã ủy thác cho anh em, 18 và anh em đã được giải phóng khỏi tội lỗi, trở thành nô lệ cho sự công chính. </a:t>
            </a:r>
            <a:endParaRPr sz="1779">
              <a:latin typeface="Comfortaa"/>
              <a:ea typeface="Comfortaa"/>
              <a:cs typeface="Comfortaa"/>
              <a:sym typeface="Comfortaa"/>
            </a:endParaRPr>
          </a:p>
          <a:p>
            <a:pPr indent="0" lvl="0" marL="0" rtl="0" algn="l">
              <a:lnSpc>
                <a:spcPct val="150000"/>
              </a:lnSpc>
              <a:spcBef>
                <a:spcPts val="1000"/>
              </a:spcBef>
              <a:spcAft>
                <a:spcPts val="0"/>
              </a:spcAft>
              <a:buSzPts val="990"/>
              <a:buNone/>
            </a:pPr>
            <a:r>
              <a:rPr lang="en-GB" sz="1779">
                <a:latin typeface="Comfortaa"/>
                <a:ea typeface="Comfortaa"/>
                <a:cs typeface="Comfortaa"/>
                <a:sym typeface="Comfortaa"/>
              </a:rPr>
              <a:t>19 Vì xác thịt anh em yếu đuối nên tôi nói theo cách loài người. Anh em đã từng hiến chi thể mình làm nô lệ cho sự ô uế và sự gian ác chất chồng thể nào, thì bây giờ, hãy hiến chi thể mình làm nô lệ cho sự công chính để được thánh hóa thể ấy. </a:t>
            </a:r>
            <a:endParaRPr sz="53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0" y="3304500"/>
            <a:ext cx="8520600" cy="1016700"/>
          </a:xfrm>
          <a:prstGeom prst="rect">
            <a:avLst/>
          </a:prstGeom>
        </p:spPr>
        <p:txBody>
          <a:bodyPr anchorCtr="0" anchor="b" bIns="91425" lIns="91425" spcFirstLastPara="1" rIns="91425" wrap="square" tIns="91425">
            <a:noAutofit/>
          </a:bodyPr>
          <a:lstStyle/>
          <a:p>
            <a:pPr indent="0" lvl="0" marL="0" rtl="0" algn="l">
              <a:lnSpc>
                <a:spcPct val="150000"/>
              </a:lnSpc>
              <a:spcBef>
                <a:spcPts val="1000"/>
              </a:spcBef>
              <a:spcAft>
                <a:spcPts val="0"/>
              </a:spcAft>
              <a:buSzPts val="990"/>
              <a:buNone/>
            </a:pPr>
            <a:r>
              <a:rPr lang="en-GB" sz="1879">
                <a:latin typeface="Comfortaa"/>
                <a:ea typeface="Comfortaa"/>
                <a:cs typeface="Comfortaa"/>
                <a:sym typeface="Comfortaa"/>
              </a:rPr>
              <a:t>ROMANS 6:17-22</a:t>
            </a:r>
            <a:endParaRPr sz="1879">
              <a:latin typeface="Comfortaa"/>
              <a:ea typeface="Comfortaa"/>
              <a:cs typeface="Comfortaa"/>
              <a:sym typeface="Comfortaa"/>
            </a:endParaRPr>
          </a:p>
          <a:p>
            <a:pPr indent="0" lvl="0" marL="0" rtl="0" algn="l">
              <a:lnSpc>
                <a:spcPct val="150000"/>
              </a:lnSpc>
              <a:spcBef>
                <a:spcPts val="1000"/>
              </a:spcBef>
              <a:spcAft>
                <a:spcPts val="0"/>
              </a:spcAft>
              <a:buSzPts val="990"/>
              <a:buNone/>
            </a:pPr>
            <a:r>
              <a:t/>
            </a:r>
            <a:endParaRPr sz="1879">
              <a:latin typeface="Comfortaa"/>
              <a:ea typeface="Comfortaa"/>
              <a:cs typeface="Comfortaa"/>
              <a:sym typeface="Comfortaa"/>
            </a:endParaRPr>
          </a:p>
          <a:p>
            <a:pPr indent="0" lvl="0" marL="0" rtl="0" algn="l">
              <a:lnSpc>
                <a:spcPct val="150000"/>
              </a:lnSpc>
              <a:spcBef>
                <a:spcPts val="1000"/>
              </a:spcBef>
              <a:spcAft>
                <a:spcPts val="0"/>
              </a:spcAft>
              <a:buSzPts val="990"/>
              <a:buNone/>
            </a:pPr>
            <a:r>
              <a:rPr lang="en-GB" sz="1879">
                <a:latin typeface="Comfortaa"/>
                <a:ea typeface="Comfortaa"/>
                <a:cs typeface="Comfortaa"/>
                <a:sym typeface="Comfortaa"/>
              </a:rPr>
              <a:t>20 Khi còn là nô lệ cho tội lỗi thì anh em được tự do đối với sự công chính. 21 Lúc ấy anh em thu được kết quả gì mà bây giờ anh em lại phải hổ thẹn? Sự cuối cùng của những điều đó là sự chết. 22 Nhưng bây giờ anh em đã được giải phóng khỏi tội lỗi và trở nên nô lệ của Đức Chúa Trời, thì kết quả mà anh em được là sự thánh hóa, và cuối cùng được sự sống đời đời.</a:t>
            </a:r>
            <a:endParaRPr sz="548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5" name="Google Shape;65;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6" name="Google Shape;66;p15"/>
          <p:cNvPicPr preferRelativeResize="0"/>
          <p:nvPr/>
        </p:nvPicPr>
        <p:blipFill>
          <a:blip r:embed="rId3">
            <a:alphaModFix/>
          </a:blip>
          <a:stretch>
            <a:fillRect/>
          </a:stretch>
        </p:blipFill>
        <p:spPr>
          <a:xfrm>
            <a:off x="40975" y="203850"/>
            <a:ext cx="8887250" cy="465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