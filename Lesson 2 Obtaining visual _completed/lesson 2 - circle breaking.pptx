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f47d775d4d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f47d775d4d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f47d775d4d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2f47d775d4d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f47d775d4d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f47d775d4d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f47d775d4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f47d775d4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f47d775d4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f47d775d4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f47d775d4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f47d775d4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44575"/>
            <a:ext cx="8520600" cy="3169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GB" sz="2480"/>
              <a:t>THẢO LUẬN QUÁ TRÌNH THỰC HÀNH BÀI HỌC TRƯỚC</a:t>
            </a:r>
            <a:endParaRPr sz="2480"/>
          </a:p>
          <a:p>
            <a:pPr indent="0" lvl="0" marL="0" rtl="0" algn="l">
              <a:spcBef>
                <a:spcPts val="0"/>
              </a:spcBef>
              <a:spcAft>
                <a:spcPts val="0"/>
              </a:spcAft>
              <a:buSzPts val="990"/>
              <a:buNone/>
            </a:pPr>
            <a:r>
              <a:rPr lang="en-GB" sz="2480"/>
              <a:t>Lẽ thật trong bài học trước đã tác động như thế nào đến tâm trí và tấm lòng của bạn? </a:t>
            </a:r>
            <a:endParaRPr sz="2480"/>
          </a:p>
          <a:p>
            <a:pPr indent="0" lvl="0" marL="0" rtl="0" algn="l">
              <a:spcBef>
                <a:spcPts val="0"/>
              </a:spcBef>
              <a:spcAft>
                <a:spcPts val="0"/>
              </a:spcAft>
              <a:buSzPts val="990"/>
              <a:buNone/>
            </a:pPr>
            <a:r>
              <a:rPr lang="en-GB" sz="2480"/>
              <a:t>Bạn đã hoàn thành bài tập lần trước như thế nào?</a:t>
            </a:r>
            <a:endParaRPr sz="2480"/>
          </a:p>
          <a:p>
            <a:pPr indent="0" lvl="0" marL="0" rtl="0" algn="l">
              <a:spcBef>
                <a:spcPts val="0"/>
              </a:spcBef>
              <a:spcAft>
                <a:spcPts val="0"/>
              </a:spcAft>
              <a:buSzPts val="990"/>
              <a:buNone/>
            </a:pPr>
            <a:r>
              <a:rPr lang="en-GB" sz="2480"/>
              <a:t>Bạn có nhận ra điều gì đáng chú ý?</a:t>
            </a:r>
            <a:endParaRPr sz="2480"/>
          </a:p>
          <a:p>
            <a:pPr indent="0" lvl="0" marL="0" rtl="0" algn="l">
              <a:spcBef>
                <a:spcPts val="0"/>
              </a:spcBef>
              <a:spcAft>
                <a:spcPts val="0"/>
              </a:spcAft>
              <a:buSzPts val="990"/>
              <a:buNone/>
            </a:pPr>
            <a:r>
              <a:rPr lang="en-GB" sz="2480"/>
              <a:t>Bạn có lời chứng nào về điều Chúa làm trong tấm lòng và đời sống của bạn? </a:t>
            </a:r>
            <a:endParaRPr sz="248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ctrTitle"/>
          </p:nvPr>
        </p:nvSpPr>
        <p:spPr>
          <a:xfrm>
            <a:off x="311700" y="1125575"/>
            <a:ext cx="8520600" cy="3169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GB" sz="2980"/>
              <a:t>“Những sự cám dỗ đến cho anh em, chẳng có sự nào quá sức loài người. Đức Chúa Trời là thành tín, Ngài chẳng hề cho anh em bị cám dỗ quá sức mình đâu; nhưng trong sự cám dỗ, Ngài cũng mở đàng cho ra khỏi, để anh em có thể chịu được.” - I Co-rinh-tô 10:13 </a:t>
            </a:r>
            <a:endParaRPr sz="2980"/>
          </a:p>
          <a:p>
            <a:pPr indent="0" lvl="0" marL="0" rtl="0" algn="l">
              <a:spcBef>
                <a:spcPts val="0"/>
              </a:spcBef>
              <a:spcAft>
                <a:spcPts val="0"/>
              </a:spcAft>
              <a:buSzPts val="990"/>
              <a:buNone/>
            </a:pPr>
            <a:r>
              <a:t/>
            </a:r>
            <a:endParaRPr sz="298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Show the intro video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PHÁ BỎ VÒNG LẶP</a:t>
            </a:r>
            <a:endParaRPr/>
          </a:p>
          <a:p>
            <a:pPr indent="0" lvl="0" marL="0" rtl="0" algn="ctr">
              <a:spcBef>
                <a:spcPts val="0"/>
              </a:spcBef>
              <a:spcAft>
                <a:spcPts val="0"/>
              </a:spcAft>
              <a:buNone/>
            </a:pPr>
            <a:r>
              <a:rPr lang="en-GB"/>
              <a:t>XIỀNG XÍCH</a:t>
            </a:r>
            <a:endParaRPr/>
          </a:p>
        </p:txBody>
      </p:sp>
      <p:sp>
        <p:nvSpPr>
          <p:cNvPr id="70" name="Google Shape;70;p1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Nhìn thấy rõ bức tranh lớn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76" name="Google Shape;76;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77" name="Google Shape;77;p17"/>
          <p:cNvPicPr preferRelativeResize="0"/>
          <p:nvPr/>
        </p:nvPicPr>
        <p:blipFill>
          <a:blip r:embed="rId3">
            <a:alphaModFix/>
          </a:blip>
          <a:stretch>
            <a:fillRect/>
          </a:stretch>
        </p:blipFill>
        <p:spPr>
          <a:xfrm>
            <a:off x="0" y="0"/>
            <a:ext cx="9084999" cy="511031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83" name="Google Shape;83;p1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84" name="Google Shape;84;p18"/>
          <p:cNvPicPr preferRelativeResize="0"/>
          <p:nvPr/>
        </p:nvPicPr>
        <p:blipFill>
          <a:blip r:embed="rId3">
            <a:alphaModFix/>
          </a:blip>
          <a:stretch>
            <a:fillRect/>
          </a:stretch>
        </p:blipFill>
        <p:spPr>
          <a:xfrm>
            <a:off x="0" y="-750"/>
            <a:ext cx="9111125" cy="4992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90" name="Google Shape;90;p1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91" name="Google Shape;91;p19"/>
          <p:cNvPicPr preferRelativeResize="0"/>
          <p:nvPr/>
        </p:nvPicPr>
        <p:blipFill>
          <a:blip r:embed="rId3">
            <a:alphaModFix/>
          </a:blip>
          <a:stretch>
            <a:fillRect/>
          </a:stretch>
        </p:blipFill>
        <p:spPr>
          <a:xfrm>
            <a:off x="0" y="62357"/>
            <a:ext cx="9144001" cy="501878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