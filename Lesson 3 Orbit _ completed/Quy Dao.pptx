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817e5c7e3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817e5c7e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817e5c7e3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817e5c7e3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817e5c7e3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817e5c7e3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817e5c7e3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817e5c7e3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611650"/>
            <a:ext cx="8520600" cy="409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68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680"/>
              <a:t>Gia-cơ 1:14-15 </a:t>
            </a:r>
            <a:endParaRPr sz="268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680"/>
              <a:t>Nhưng mỗi người bị cám dỗ bởi chính dục vọng mình lôi cuốn và quyến dụ. Rồi khi dục vọng đã cưu mang thì sinh ra tội lỗi; tội lỗi đã trưởng thành thì sinh ra sự chết.</a:t>
            </a:r>
            <a:endParaRPr sz="268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680"/>
              <a:t>Rô-ma 7:5 </a:t>
            </a:r>
            <a:endParaRPr sz="268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680"/>
              <a:t>Khi chúng ta còn sống trong xác thịt, các tham dục của tội lỗi </a:t>
            </a:r>
            <a:r>
              <a:rPr lang="en-GB" sz="2680"/>
              <a:t>q</a:t>
            </a:r>
            <a:r>
              <a:rPr lang="en-GB" sz="2680"/>
              <a:t>ua luật pháp, hành động trong chi thể chúng ta để kết quả cho sự chết.</a:t>
            </a:r>
            <a:endParaRPr sz="268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311700" y="1320625"/>
            <a:ext cx="8520600" cy="338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680"/>
              <a:t>Rô-ma 8: 5-6</a:t>
            </a:r>
            <a:endParaRPr sz="268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680"/>
              <a:t>Thật thế,những ai sống theo xác thịt thì chú tâm vào những việc thuộc xác thịt; còn những ai sống theo Thánh Linh thì chú tâm vào những việc thuộc Thánh Linh. 6 Chú tâm vào xác thịt sinh ra sự chết, còn chú tâm vào Thánh Linh sinh ra sự sống và bình an; </a:t>
            </a:r>
            <a:endParaRPr sz="268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68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00" y="82900"/>
            <a:ext cx="9011857" cy="506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991601" cy="4964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750"/>
            <a:ext cx="9111125" cy="49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